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1 — Transaction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Homogeneous agents  ·  git tag: phase1-validated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80 (homogeneous)  —  budget 5, price-sensitivity 0.5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4 (homogeneous)  —  price 3, inventory 120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 purchase probability.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No LLM, no learning, no adaptation.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random-utility basis for the purchase rule.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Gode &amp; Sunder (1993),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“Allocative Efficiency of Markets with Zero-Intelligence Traders” (JPE) — mechanics tested with minimal agent intelligence.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Inventory remaining (of 480)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Budget-cap invariant violated?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 buyers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Running means settle by seed 15 (±1 SEM)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seed 11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Stock-blocked sales, pressure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1,101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 buyers purchase, do sellers sell, does price affect demand, does inventory constrain sales, and are transactions recorded correctly?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Mechanics behave as specified. 82.2% of buyers transact, no buyer ever exceeds budget, and the slowest of the four run-summary metrics' running means settles within 1 SEM by seed 11.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Inventory cannot bind in the main run — budget 5 against price 3 caps demand at 80 units versus 480 in stock, so the inventory clause of the question is unanswered by it. A paired inventory=15 run blocked 1,101 sales on empty stock, confirming the constraint is enforced when it can bind.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2 — Linear Consumer Heterogeneity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Three buyer classes, two seller tiers  ·  git tag: phase2-validated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 (7:2:1); budget 3/7/10, α 0.85/0.5/0.2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(price 2, inv 130) / Shigh ×2 (price 6, inv 70)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sigmoid, per-class parameters.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price_reference = max(2, 6) = 6, market-wide.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the same random-utility framework as Phase 1.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Train,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“Discrete Choice Methods with Simulation” — heterogeneous per-class parameter extensions of RUM.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Stratification: Rich−Middle to Shigh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 (must exclude 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[+0.04, +0.11]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 sellers not sold out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min 57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Middle split to Shigh (no 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Poor to Shigh (affordability wall)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person-level heterogeneity alone produce different purchasing patterns, and specifically economic stratification?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Yes, but mostly through budgets. Richer buyers reach the premium tier more than poorer ones (+0.076, CI excludes 0), and all 3 graded criteria pass.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Only ~22% of the gap is price sensitivity: equalizing α across classes leaves +0.059 of it standing, so budget heterogeneity does the rest. Poor's 0.000 Shigh share is an affordability wall (budget 3 &lt; price 6), unchanged by any α, and is not evidence for the price-sensitivity mechanism.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3 — Person +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Stall position drives visibility  ·  git tag: phase3-validated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(2 near @0.9, 1 far @0.3) / Shigh ×2 (1 near @0.8, 1 far @0.3)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Seller position_score → visibility_prob = 0.5 + 0.5 × position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Unnoticed stalls are skipped, not declined. No context, no history.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Phase 2's utility and parameters, unchanged, behind a visibility gate.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Visibility drawn last, so Phases 1–2 stay reproducible and this pairs with Phase 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Huff (1963, 1964), </a:t>
            </a:r>
            <a:r>
              <a:rPr sz="1100" b="0">
                <a:solidFill>
                  <a:srgbClr val="5B5F6E"/>
                </a:solidFill>
                <a:latin typeface="Calibri"/>
              </a:rPr>
              <a:t>gravity-based retail trade-area model — basis for visibility declining with distance from the entrance.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Slow: near − far n_sold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+8.67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Shigh: near − far n_sold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Class→tier share shift vs Phase 2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CI incl. 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shift vs 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-0.065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one environmental feature change purchase distribution beyond what person-level heterogeneity already explains?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It changes which seller, not which tier. Near stalls outsell far ones in both tiers, while class-to-tier sorting is statistically unmoved (every shift's 95% CI contains zero, none wider than ±0.027).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null share shift is a pre-registered valid outcome, not a failure. The phase's largest effect is ungraded: participation falls -0.065 (CI [-0.074, -0.057]) because unnoticed stalls cannot be bought from. Note also that this position assignment gives Slow a tier-level visibility edge (0.850 vs 0.775), so a different assignment would move tier shares differently.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4 — Person + Environment +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Temporary 30% promotion  ·  git tag: phase4-validated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/ Shigh ×2, positions unchanged from Phase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Phase 3's position → visibility, unchanged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Context: 30% discount on one random stall, probability 0.2 per 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Phase 3's utility, unchanged; discount applies to the posted price.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Criteria graded on paired forced-promotion arms, not the 0.2 lottery.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Belk (1975),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“Situational Variables and Consumer Behavior” (JCR) — basis for a transient promotion as a situational variable, distinct from stable person or environment features.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Promotion lift, all 5 sellers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+1.13 to +2.93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Slow promoted → Poor (predicted)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+1.37 vs +0.20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 promoted → Middle (predicted)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+2.87 vs +0.07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Market arm: runs with a promotion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6/30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a transient promotion shift buyer distribution beyond person + environment, and is its effect a level shift or a class interaction?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An interaction, decisively. Lift concentrates in the lowest-budget class that can afford the discounted stall — Poor at Slow (+1.37 vs +0.03 for Rich), Middle at Shigh (+2.87 vs +0.07). Both responders were predicted from the parameters before the runs.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specified 0.2 lottery cannot measure this: it fired 6 times in 30 runs, distributed [4, 0, 0, 1, 1], leaving sellers never promoted at all. Criteria are graded on paired forced arms instead; the lottery is kept as the market Phase 5 inherits. Poor's +0.00 at a promoted Shigh stall is arithmetic — 6 × 0.7 = 4.2 still exceeds its budget of 3 — not insensitivity to promotions.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5 — Nonlinear Behavioural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Budget cliff vs linear  ·  git tag: phase5-validated  ·  30 seeds (1000 where undecided)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C9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ROLLBACK TO LINEAR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/ Shigh ×2, positions and promotion unchanged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Phase 3 visibility and Phase 4 promotion, both unchanged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Only how remaining budget enters utility differs across arms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Cliff: utility −= 1.0 when (budget_remaining − price) &lt; 0.5.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Three arms — linear / linear+cliff / cliff-only — same seeds, exactly paired.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Kahneman &amp; Tversky (1979),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“Prospect Theory” (Econometrica) — basis for a reference-point penalty near budget exhaustion.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linear+cliff: largest share shift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+0.17 pp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 vs ±5 pp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[-0.9, +1.3]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cliff-only @1000 seeds: largest shift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-2.73 pp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Purchases that reached the cliff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17/2677 (0.6%)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one nonlinear mechanism — a budget cliff — materially change conclusions versus the linear model used in Phases 2–4?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No, under both readings of the spec. Every tracked class-share shift's 95% CI lies inside ±5 pp, so a material effect is ruled out rather than merely unobserved. The project rolls back to the linear model for Phase 6 onward, not linear-plus-an-inert-threshold.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cliff cannot fire on any buyer's first purchase at these parameters (smallest first-purchase gap is 1.0 against a 0.5 threshold), so it reached only 0.6% of purchases. That is why the effect is small here, not evidence that threshold effects are unimportant. The cliff-only arm was undecided at 30 seeds — point estimate 4.68 pp with a CI reaching 6.36 — and needed 1000 seeds to settle at -2.73 pp.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6 — Repeated Interaction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22-week season, accumulating memory  ·  git tag: phase6-validated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10; attendance 0.85 / 0.84 / 0.82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/ Shigh ×2, positions and promotion from Phases 3–4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Time axis: 22 weeks, one season. Budget and inventory reset weekly.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Memory persists across weeks, including weeks a buyer sits 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Loyalty bonus 0.5 × min(streak, 3), max 1.5 = preference_coef.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Linear single-week model, per Phase 5's rollback. Graded vs a no-loyalty control.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Massy, Montgomery &amp; Morrison (1970),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“Stochastic Models of Buying Behavior” (MIT Press) — loyalty and switching dynamics in repeated purchasing.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purchase_rate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attendance_rate (reported)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0.845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Stability vs no-loyalty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[+0.105, +0.112]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Rise, week 1 → weeks 17–21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Plateau week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week 14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buyer memory change future behaviour and produce stable buyer–seller relationships over time?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Yes. Memory raises pair stability from 0.312 to 0.420 against an identical no-loyalty control on the same seeds — +0.109, CI [+0.105, +0.112].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control's own 0.312 is not memory: unequal seller popularity and season-long fixed preference produce most of it, so the raw level must never be read as a loyalty effect. The within-season rise (+0.037) is weak and window-sensitive — it fails at a weeks 1–2 early window, and its window was narrowed post-hoc after the pre-registered one failed. Lead with the control comparison, not the rise.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