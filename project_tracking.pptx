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 settles by seed 15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1,523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87.4% of buyers transact, no buyer ever exceeds budget, and every run-summary metric's running mean flattens well before seed 15.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1,523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