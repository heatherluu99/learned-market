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3200" b="1">
                <a:solidFill>
                  <a:srgbClr val="1E2761"/>
                </a:solidFill>
                <a:latin typeface="Cambria"/>
              </a:rPr>
              <a:t>Phase 1 — Transaction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B5F6E"/>
                </a:solidFill>
                <a:latin typeface="Calibri"/>
              </a:rPr>
              <a:t>Homogeneous agents  ·  git tag: phase1-validated  ·  30 seeds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64040" y="365760"/>
            <a:ext cx="2240280" cy="384048"/>
          </a:xfrm>
          <a:prstGeom prst="roundRect">
            <a:avLst/>
          </a:prstGeom>
          <a:solidFill>
            <a:srgbClr val="1E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ALL CRITERIA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6177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Buyers: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80 (homogeneous)  —  budget 5, price-sensitivity 0.5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Sellers: </a:t>
            </a:r>
            <a:r>
              <a:rPr sz="1300" b="0">
                <a:solidFill>
                  <a:srgbClr val="5B5F6E"/>
                </a:solidFill>
                <a:latin typeface="Calibri"/>
              </a:rPr>
              <a:t>4 (homogeneous)  —  price 3, inventory 120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ENVIRONMENT &amp;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None — static baseline, single pass per run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-  No environment variation, no context, no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3858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Rule-based linear utility + sigmoid purchase probability.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5B5F6E"/>
                </a:solidFill>
                <a:latin typeface="Calibri"/>
              </a:rPr>
              <a:t>No LLM, no learning, no adaptation.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001768"/>
            <a:ext cx="4617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LITERATURE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40680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McFadden (1974),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“Conditional Logit Analysis of Qualitative Choice Behavior” — random-utility basis for the purchase rule.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E2761"/>
                </a:solidFill>
                <a:latin typeface="Calibri"/>
              </a:rPr>
              <a:t>Gode &amp; Sunder (1993), </a:t>
            </a:r>
            <a:r>
              <a:rPr sz="1100" b="0">
                <a:solidFill>
                  <a:srgbClr val="5B5F6E"/>
                </a:solidFill>
                <a:latin typeface="Calibri"/>
              </a:rPr>
              <a:t>“Allocative Efficiency of Markets with Zero-Intelligence Traders” (JPE) — mechanics tested with minimal agent intelligence.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41732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138988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KEY RESULTS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0" y="1874519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09728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Participation rate (0.6–1.0)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Inventory remaining (of 480)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Budget-cap invariant violated?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0 buyers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Running means settle by seed 15 (±1 SEM)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seed 11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A4D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761"/>
                          </a:solidFill>
                          <a:latin typeface="Calibri"/>
                        </a:rPr>
                        <a:t>Stock-blocked sales, pressure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5B5F6E"/>
                          </a:solidFill>
                          <a:latin typeface="Calibri"/>
                        </a:rPr>
                        <a:t>1,101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5F6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943600" y="4023360"/>
            <a:ext cx="292608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3995928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1E2761"/>
                </a:solidFill>
                <a:latin typeface="Calibri"/>
              </a:rPr>
              <a:t>RESEARCH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4434840"/>
            <a:ext cx="5760720" cy="196596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17920" y="4572000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5B5F6E"/>
                </a:solidFill>
                <a:latin typeface="Calibri"/>
              </a:rPr>
              <a:t>Do buyers purchase, do sellers sell, does price affect demand, does inventory constrain sales, and are transactions recorded correctly?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Finding: </a:t>
            </a:r>
            <a:r>
              <a:rPr sz="1000" b="0">
                <a:solidFill>
                  <a:srgbClr val="5B5F6E"/>
                </a:solidFill>
                <a:latin typeface="Calibri"/>
              </a:rPr>
              <a:t>Mechanics behave as specified. 82.2% of buyers transact, no buyer ever exceeds budget, and the slowest of the four run-summary metrics' running means settles within 1 SEM by seed 11.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E2761"/>
                </a:solidFill>
                <a:latin typeface="Calibri"/>
              </a:rPr>
              <a:t>Caveat: </a:t>
            </a:r>
            <a:r>
              <a:rPr sz="1000" b="0">
                <a:solidFill>
                  <a:srgbClr val="5B5F6E"/>
                </a:solidFill>
                <a:latin typeface="Calibri"/>
              </a:rPr>
              <a:t>Inventory cannot bind in the main run — budget 5 against price 3 caps demand at 80 units versus 480 in stock, so the inventory clause of the question is unanswered by it. A paired inventory=15 run blocked 1,101 sales on empty stock, confirming the constraint is enforced when it can bind.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0">
                <a:solidFill>
                  <a:srgbClr val="5B5F6E"/>
                </a:solidFill>
                <a:latin typeface="Calibri"/>
              </a:rPr>
              <a:t>Generated automatically at phase completion  ·  Phase Completion Deliverable  ·  market-sim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