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1 — Transaction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Homogeneous agents  ·  git tag: phase1-validated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80 (homogeneous)  —  budget 5, price-sensitivity 0.5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4 (homogeneous)  —  price 3, inventory 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 purchase probability.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No LLM, no learning, no adaptation.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random-utility basis for the purchase rule.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Gode &amp; Sunder (1993),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“Allocative Efficiency of Markets with Zero-Intelligence Traders” (JPE) — mechanics tested with minimal agent intelligence.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Inventory remaining (of 480)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Budget-cap invariant violated?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 buyers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Running means settle by seed 15 (±1 SEM)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seed 11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Stock-blocked sales, pressure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1,101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 buyers purchase, do sellers sell, does price affect demand, does inventory constrain sales, and are transactions recorded correctly?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Mechanics behave as specified. 82.2% of buyers transact, no buyer ever exceeds budget, and the slowest of the four run-summary metrics' running means settles within 1 SEM by seed 11.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Inventory cannot bind in the main run — budget 5 against price 3 caps demand at 80 units versus 480 in stock, so the inventory clause of the question is unanswered by it. A paired inventory=15 run blocked 1,101 sales on empty stock, confirming the constraint is enforced when it can bind.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2 — Linear Consumer Heterogeneity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Three buyer classes, two seller tiers  ·  git tag: phase2-validated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 (7:2:1); budget 3/7/10, α 0.85/0.5/0.2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(price 2, inv 130) / Shigh ×2 (price 6, inv 70)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sigmoid, per-class parameters.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price_reference = max(2, 6) = 6, market-wide.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the same random-utility framework as Phase 1.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Train,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“Discrete Choice Methods with Simulation” — heterogeneous per-class parameter extensions of RUM.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Stratification: Rich−Middle to Shigh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 (must exclude 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[+0.04, +0.11]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sellers not sold out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min 57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Middle split to Shigh (no 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Poor to Shigh (affordability wall)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person-level heterogeneity alone produce different purchasing patterns, and specifically economic stratification?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Yes, but mostly through budgets. Richer buyers reach the premium tier more than poorer ones (+0.076, CI excludes 0), and all 3 graded criteria pass.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Only ~22% of the gap is price sensitivity: equalizing α across classes leaves +0.059 of it standing, so budget heterogeneity does the rest. Poor's 0.000 Shigh share is an affordability wall (budget 3 &lt; price 6), unchanged by any α, and is not evidence for the price-sensitivity mechanism.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