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Transaction Mechanics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agents  ·  git tag: phase1-validated (example)  ·  30 seeds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C992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365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EXAMPLE VALUES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38988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288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Buyers: </a:t>
            </a:r>
            <a:pPr indent="0" marL="0"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(homogeneous)  —  budget 5, price-sensitivity 0.5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21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Sellers: </a:t>
            </a:r>
            <a:pPr indent="0" marL="0"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(homogeneous)  —  price 3, inventory 15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2432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CONTEXT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63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Static market, single pass per run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No environment variation, no context, no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858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976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utility function + sigmoid purchase probability.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GPT, no learning, no adaptation.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001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BASIS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440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 (1974), </a:t>
            </a:r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“Conditional Logit Analysis of Qualitative Choice Behavior” — random-utility basis for the utility+sigmoid rule.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9436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Gode &amp; Sunder (1993), </a:t>
            </a:r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“Allocative Efficiency of Markets with Zero-Intelligence Traders” (JPE) — justifies testing mechanics before adding agent sophistication.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3898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74520"/>
          <a:ext cx="5760720" cy="173736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inventory remaining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Budget-cap invariant violated?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buyers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943600" y="40233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55080" y="39959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943600" y="4434840"/>
            <a:ext cx="576072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17920" y="45720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buyers purchase, do sellers sell, does inventory constrain sales, and are transactions recorded correctly?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(example): mechanics function correctly across 30 seeds — proceed to Phase 2.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at phase completion  ·  Phase Completion Deliverable  ·  market-sim project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2026-09-04T05:49:57Z</dcterms:created>
  <dcterms:modified xsi:type="dcterms:W3CDTF">2026-09-04T05:49:57Z</dcterms:modified>
</cp:coreProperties>
</file>